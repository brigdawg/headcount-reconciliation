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outcome. This deck is process; the live app is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is comprehension and alignment — not missing data. Comes from a real Utah Head of Finance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sources aloud. Point: if people cost dominates opex and spreadsheets dominate FP&amp;A, headcount recon is a first-class product problem for BambooHR’s finance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 for every later decision. If it doesn’t help these people trust or decide,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as reasons to believe. Pain = presentation failure. Opportunity = finance buying 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on attribution. Pattern: shared systems scarce; integration cuts recon time and speeds forecasts. Supports product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builds credibility: one deep signal + artifact analysis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human nodes in green path. Weekly triad + glossary + source-of-truth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cuts from Finance review: contractors out for simplicity; Marketing −2 named (Events not backfilling + Lifecycle closed); pivots; July close vs viewing date; story before grids.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star: time to understand headcount at a given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illustrative. Validate hours in interviews. Pattern matches industry automation claims (TeamOhana/Drivetrain narrative of hours→minutes).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north star. Offer demo + pilot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B1F17"/>
                </a:solidFill>
                <a:latin typeface="Arial"/>
              </a:rPr>
              <a:t>Headcount Control Tower</a:t>
            </a:r>
          </a:p>
          <a:p>
            <a:pPr algn="l">
              <a:spcBef>
                <a:spcPts val="1400"/>
              </a:spcBef>
            </a:pPr>
            <a:r>
              <a:rPr sz="2000" b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B1F17"/>
                </a:solidFill>
                <a:latin typeface="Arial"/>
              </a:rPr>
              <a:t>Make planned vs actual headcount understandable in 30 seconds.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AI-augmented discovery  ·  Interactive prototype  ·  2–3 hour timebox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Reconciliation is critical. The tools are unreadable.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Many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Board plan, roll-forward, HRIS actuals, and approvals live in separate tabs and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No shared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Backfill, not backfilling, pivot, and net-new mean different things — so −2 looks unexplained.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No trusted as-of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Leaders cannot tell if the number is as of today or as of month-end close — trust erodes every recon.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People cost is the budget. Misaligned headcount is a strategy tax.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60–80%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operating expense
is people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Aleph / FP&amp;A industry framing,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operating costs
are labor at most firms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HR Bench on HR–Finance headcount alignment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99%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FP&amp;A pros use
spreadsheets monthly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AFP FP&amp;A Benchmarking Survey,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Who wins when the number is trustworthy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691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One explained variance story at a clear as-of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Named missing seats · faster board answers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06039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5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78891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Easy dispositions: backfill / not backfilling / pivot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788919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Inputs Finance can trust without a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776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886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Visible request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8862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Less tribal knowledge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0060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BambooHR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983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A reason for finance to care about HRIS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“Sell the finance department easier”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Primary research — Head of Finance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“Reconciliation is critical, but the presentation tools are complicated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Market pattern — this is not one company’s 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HR &amp; Finance lack shared systems
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Cited via Kinnect (Gartner)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reduction in reconciliation time
after HRIS–FP&amp;A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20–30%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faster forecasting cycles with
integrated planning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McKinsey,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Five beliefs we designed the prototype to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missing seats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Disposition tags HR can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Approvals live outside the recon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Simple Finance + HR inputs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Explicit July close as-of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Wrong default viz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What we have — and what we would learn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Head of Finance conversation (exact quotes)</a:t>
            </a:r>
          </a:p>
          <a:p>
            <a:pPr algn="l">
              <a:spcBef>
                <a:spcPts val="14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Live spreadsheet: board / roll-forward / HC recon / net-new</a:t>
            </a:r>
          </a:p>
          <a:p>
            <a:pPr algn="l">
              <a:spcBef>
                <a:spcPts val="1400"/>
              </a:spcBef>
            </a:pPr>
            <a:r>
              <a:rPr sz="1400" b="0">
                <a:solidFill>
                  <a:srgbClr val="1B1F17"/>
                </a:solidFill>
                <a:latin typeface="Arial"/>
              </a:rPr>
              <a:t>Follow-up review: name what’s missing, clear as-of, not backfilling + pivots, drop contractors, tell the 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lead — close ritual &amp; variance questions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HR ops — ticket classification &amp; SLA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Hiring manager — request status needs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Controller / CFO — board report bar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Eng / ATS owner — source-of-truth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PRODUCT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AI accelerates. Cross-functional partners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Artifact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AI summarize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Hypothesize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Prioritize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Prototype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Frame, prioritize, decision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Board, variance, close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Ticket semantics &amp;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30-second comprehension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Source of truth &amp; audit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79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9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Time-to-answer &amp; SLAs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Ship → show → simplify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Named missing seats + July close as-of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Simple inputs  ·  HR dispositions Finance can track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workbook preview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Measure understanding — tie every metric to why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Finance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 clarity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 at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seats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Modeled for a ~300 FTE company — labeled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7264"/>
                </a:solidFill>
                <a:latin typeface="Arial"/>
              </a:rPr>
              <a:t>Not a customer ROI claim — a defendable planning model for interview discussion.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8–12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time / month on recon
before (assumption)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Based on multi-tab close ritual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Target time to trusted view
after Control Tower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~90%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Time saved on recon work
in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Aligns with automation vendor claims;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1F17"/>
                </a:solidFill>
                <a:latin typeface="Arial"/>
              </a:rPr>
              <a:t>Make headcount reconciliation
understandable in 30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Tell the story: as-of date · named missing seats · dispositions Finance and HR share.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B1F17"/>
                </a:solidFill>
                <a:latin typeface="Arial"/>
              </a:rPr>
              <a:t>Evidence → hypotheses → cross-functional build → iterate with Finance → measure.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AI accelerated discovery. Judgment — and partner review — drove the product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link in README  ·  Next: 5 interviews + one close 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