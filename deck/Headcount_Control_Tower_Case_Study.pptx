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often only one Finance owner can rebuild the 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Answer “where are we vs the approved hiring plan?” in one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Fewer recon threads · board-ready variance · knowledge not trapped in one 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Log backfill / not backfilling / pivot once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Finance sees it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spreadsheet ping-pong · clearer hiring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See request status without chasing HR or FP&amp;A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0480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Less tribal knowledge · fewer stalled req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uirement</a:t>
            </a:r>
            <a:r>
              <a:rPr sz="1400" b="1" dirty="0">
                <a:solidFill>
                  <a:srgbClr val="4F8F12"/>
                </a:solidFill>
                <a:latin typeface="Arial"/>
              </a:rPr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59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Trust the as-of date and named drivers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even if the FP&amp;A owner is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37759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Business continuity · decisions on people cost, not one person’s spreadsheet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Mid-cycle changes live only in spreadsheets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 an not accessible 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Manual update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s required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Explicit 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as-of dates / real time data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6A7264"/>
                </a:solidFill>
                <a:latin typeface="Arial"/>
              </a:rPr>
              <a:t>How a strong PM partners with each team — not a RACI of their jobs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sit in their close ritual. I learn their words — approved plan, working plan, filled —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 —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 —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doomed.”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/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/>
            </a:r>
          </a:p>
          <a:p>
            <a:pPr>
              <a:spcBef>
                <a:spcPts val="1000"/>
              </a:spcBef>
            </a:pPr>
            <a:r>
              <a:rPr sz="2200" b="1">
                <a:solidFill>
                  <a:srgbClr val="1B1F17"/>
                </a:solidFill>
                <a:latin typeface="Arial"/>
              </a:rPr>
              <a:t>Headcount recon shouldn’t live in one person’s head — or one spreadsheet.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6A7264"/>
                </a:solidFill>
                <a:latin typeface="Arial"/>
              </a:rPr>
              <a:t>Make the story shared: clear as-of, named gaps, and a path Finance and HR can both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in README  ·  BambooHR interview case 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1600</Words>
  <Application>Microsoft Macintosh PowerPoint</Application>
  <PresentationFormat>Widescreen</PresentationFormat>
  <Paragraphs>203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4</cp:revision>
  <dcterms:created xsi:type="dcterms:W3CDTF">2013-01-27T09:14:16Z</dcterms:created>
  <dcterms:modified xsi:type="dcterms:W3CDTF">2026-08-03T19:24:17Z</dcterms:modified>
  <cp:category/>
</cp:coreProperties>
</file>